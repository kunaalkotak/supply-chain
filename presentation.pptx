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Calibri"/>
              </a:rPr>
              <a:t>Mean Episode Reward, 400-Episode Training Chunks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reward per 400-episode chunk</c:v>
                </c:pt>
              </c:strCache>
            </c:strRef>
          </c:tx>
          <c:spPr>
            <a:solidFill>
              <a:srgbClr val="065A82"/>
            </a:solidFill>
            <a:ln w="3810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65A82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0-399</c:v>
                  </c:pt>
                  <c:pt idx="1">
                    <c:v>400-799</c:v>
                  </c:pt>
                  <c:pt idx="2">
                    <c:v>800-1199</c:v>
                  </c:pt>
                  <c:pt idx="3">
                    <c:v>1200-1599</c:v>
                  </c:pt>
                  <c:pt idx="4">
                    <c:v>1600-1999</c:v>
                  </c:pt>
                  <c:pt idx="5">
                    <c:v>2000-2399</c:v>
                  </c:pt>
                  <c:pt idx="6">
                    <c:v>2400-2799</c:v>
                  </c:pt>
                  <c:pt idx="7">
                    <c:v>2800-3199</c:v>
                  </c:pt>
                  <c:pt idx="8">
                    <c:v>3200-3599</c:v>
                  </c:pt>
                  <c:pt idx="9">
                    <c:v>3600-3999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-470.4</c:v>
                </c:pt>
                <c:pt idx="1">
                  <c:v>759.8</c:v>
                </c:pt>
                <c:pt idx="2">
                  <c:v>2841.4</c:v>
                </c:pt>
                <c:pt idx="3">
                  <c:v>4173</c:v>
                </c:pt>
                <c:pt idx="4">
                  <c:v>4523.4</c:v>
                </c:pt>
                <c:pt idx="5">
                  <c:v>4677.6</c:v>
                </c:pt>
                <c:pt idx="6">
                  <c:v>4308.4</c:v>
                </c:pt>
                <c:pt idx="7">
                  <c:v>4879.7</c:v>
                </c:pt>
                <c:pt idx="8">
                  <c:v>4638.9</c:v>
                </c:pt>
                <c:pt idx="9">
                  <c:v>4823.7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65A82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AEFF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Total episode reward (shared)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episode reward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A22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0413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Independent
Q-Learning</c:v>
                  </c:pt>
                  <c:pt idx="1">
                    <c:v>Fixed Heuristic
Baseline</c:v>
                  </c:pt>
                  <c:pt idx="2">
                    <c:v>Fully
Random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6434.17</c:v>
                </c:pt>
                <c:pt idx="1">
                  <c:v>2596.45</c:v>
                </c:pt>
                <c:pt idx="2">
                  <c:v>-1032.85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1F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AEF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 we're presenting our AAI mini-project: an AI-powered supply chain risk prediction and autonomous decision-making system. This is a multi-agent reinforcement learning system, not a standard ML prediction project -- three agents learn to coordinate inventory, supplier, and logistics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problem: reorder timing, supplier choice, and shipping method are not independent decisions. An urgent reorder should favor a reliable supplier and fast shipping; a routine one can use a cheaper supplier and slower shipping. That's why we need interacting agents, not three separate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concrete objectives. Note objective 5 in particular -- we said up front that inconclusive experiment results would be reported along with the clear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the architecture end to end. Real DataCo statistics calibrate the simulated environment. Three agents observe that environment, act, and receive a shared reward -- that shared reward is what makes this a cooperative Markov Game rather than three separate RL problems.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agent's observation is deliberately kept simple -- built from the shared environment state, not from each other's current-step action -- to avoid a circular dependency in the Q-learning update. Interaction still happens through the environment's transition and the shared reward.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is the most important slide for explaining what is real and what is simulated. We verified, column by column, that DataCo has zero supplier information -- so anything about supplier behavior in our results is a simulated assumption, not something the dataset taught us. Demand and shipping delay, on the other hand, are real, derived statistics.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MDP components. The reward formula is fully configurable -- all six weights are constants we tuned, not hard-coded magic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what distinguishes our project from three independent ML models -- the Interaction row. Each agent's action changes what the others' actions actually mean.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to explain Q-learning: alpha controls how fast we overwrite old estimates, gamma controls how much we care about future reward, epsilon controls exploration vs exploitation. We implemented this update rule ourselves in q_learning.py -- not calling a library's built-in learner.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curve is the direct answer to 'did your agents actually learn.' Early episodes (high exploration) average -470; by the end of training the agents consistently score around 4,800. We looked at the whole training run, not just the final evaluation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6,434 for learned RL vs 2,596 for a fixed heuristic vs -1,033 for random. This gap held up across every one of our six experiments, not just this one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Experiments 3 and 4 are shown with their real verdicts. An inconclusive result, clearly labelled, is more credible than pretending every experiment gave a clean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answers 'what did the agents actually learn.' The state-visitation counts come from running the trained agents for 200 evaluation episodes, so the claims rest on what they actually did.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Better to state the limitations ourselves. None of these undermine the core result, but all should be stated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Run: streamlit run dashboard/app.py from the project root. It loads pre-trained Q-tables, so nothing is retrained live. See presentation_companion.md for the demo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summary and next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for questions. See companion Q&amp;A document for prepared answers to likely questions on Q-learning, reward design, leakage checks, and emergent behavior.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9202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Supply Chain Risk Prediction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Autonomous Decision-Making System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5661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Cooperative Multi-Agent Reinforcement Learning System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from the real DataCo Smart Supply Chain dataset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AAI Mini Project  ·  Reinforcement Learning &amp; Multi-Agent Systems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1097280" cy="54864"/>
          </a:xfrm>
          <a:prstGeom prst="rect">
            <a:avLst/>
          </a:prstGeom>
          <a:solidFill>
            <a:srgbClr val="1C729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Coupled Decisions, Not Three Separate 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373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reorder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24028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falls, demand rises -- ordering too late causes stockouts, too early causes overstock.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1089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supplier to use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61188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reliable supplier costs more; a cheap one risks delay -- the right call depends on urgency.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52628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4805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ship it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98348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shipping costs more; standard shipping risks being late -- again, urgency-dependent.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flat policy -- or three independent models -- can't capture how these decisions depend on each other.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Set Out to Prove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64792"/>
            <a:ext cx="164592" cy="16459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161848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simulation grounded in real data wherever real data exists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164592" cy="16459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960120" y="227685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3 interacting agents under Independent Q-Learning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081528"/>
            <a:ext cx="164592" cy="16459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960120" y="293522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measurable learning -- reward improving over training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739896"/>
            <a:ext cx="164592" cy="16459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960120" y="359359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RL against baseline heuristics and random behavior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398264"/>
            <a:ext cx="164592" cy="16459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960120" y="4251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controlled experiments and report all results -- including inconclusive ones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5056632"/>
            <a:ext cx="164592" cy="16459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960120" y="49103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working live-demo dashboard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Real Data to Coordinated Decisions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206240" cy="822960"/>
          </a:xfrm>
          <a:prstGeom prst="roundRect">
            <a:avLst>
              <a:gd name="adj" fmla="val 8889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DataCo Dataset (real)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calibrates demand &amp; delay stats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212080" y="1737360"/>
            <a:ext cx="6309360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212080" y="173736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Environment (SupplyChainEnvV0)  --  reset() / step()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3520440" cy="1051560"/>
          </a:xfrm>
          <a:prstGeom prst="roundRect">
            <a:avLst>
              <a:gd name="adj" fmla="val 5217"/>
            </a:avLst>
          </a:prstGeom>
          <a:solidFill>
            <a:srgbClr val="F4F7FA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2004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Agent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6118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decisions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3108960"/>
            <a:ext cx="3520440" cy="1051560"/>
          </a:xfrm>
          <a:prstGeom prst="roundRect">
            <a:avLst>
              <a:gd name="adj" fmla="val 5217"/>
            </a:avLst>
          </a:prstGeom>
          <a:solidFill>
            <a:srgbClr val="F4F7FA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43400" y="32004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Supplier Agent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343400" y="36118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decisions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3108960"/>
            <a:ext cx="3520440" cy="1051560"/>
          </a:xfrm>
          <a:prstGeom prst="roundRect">
            <a:avLst>
              <a:gd name="adj" fmla="val 5217"/>
            </a:avLst>
          </a:prstGeom>
          <a:solidFill>
            <a:srgbClr val="F4F7FA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46720" y="32004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Agent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0" y="36118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decisions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7091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7091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action -&gt; env.step() -&gt; shared reward + next state -&gt; all 3 agents update their Q-tables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Q-Learning: each agent keeps its own Q-table -- no shared value function, no communicated Q-values.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Agents, Three Roles, One Shared Goal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3520440" cy="1097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57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Agent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06040"/>
            <a:ext cx="3063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Observes: inventory level, pending orders
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Actions: no_reorder / 500 / 1000 / 1500 units
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to: avoid stockouts &amp; overstock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737360"/>
            <a:ext cx="3520440" cy="1097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0" y="2057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Supplier Agent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606040"/>
            <a:ext cx="3063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Observes: inventory urgency
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Actions: select A / select B / split order
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to: prefer reliability under pressure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737360"/>
            <a:ext cx="3520440" cy="10972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75320" y="2057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Agent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2606040"/>
            <a:ext cx="3063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Observes: urgency, pending orders
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Actions: Standard / Second / First / Same Day
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to: balance speed vs. cost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Data vs. Simulated Assumptions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DataCo Smart Supply Chain: 180,519 rows, 53 columns, Jan 2015 - Jan 2018 (CC0 license)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10881360" cy="3566160"/>
        </p:xfrm>
        <a:graphic>
          <a:graphicData uri="http://schemas.openxmlformats.org/drawingml/2006/table">
            <a:tbl>
              <a:tblPr/>
              <a:tblGrid>
                <a:gridCol w="6400800"/>
                <a:gridCol w="4480560"/>
              </a:tblGrid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distribution (V0 product)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 FROM DATASET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Shipping-mode delay probability &amp; duration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 FROM DATASET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price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DATASET VARIABLE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 level, warehouse capacity, holding cost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 identity, reliability, lead time, cost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SIMULATED (no supplier column exists in DataCo)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Transportation cost in currency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SIMULATED (DataCo has mode/duration only)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Real: 4 shipping modes -&gt; Standard 38.1% late / Second 76.6% / First 95.3% / Same Day 45.7% late (delay probability, from DataCo)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 FORMULATION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Single-Agent View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4480560"/>
        </p:xfrm>
        <a:graphic>
          <a:graphicData uri="http://schemas.openxmlformats.org/drawingml/2006/table">
            <a:tbl>
              <a:tblPr/>
              <a:tblGrid>
                <a:gridCol w="2377440"/>
                <a:gridCol w="850392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 level, pending in-transit qty, day index, stockout flag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Per-agent discrete action set (see Agent Design)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Reward 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w1*fulfilled - w2*stockout - w3*holding - w4*delay - w5*transport - w6*supplier_failure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Transition 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demand realization decrements inventory; joint actions determine order creation, reliability draw, and shipping delay draw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 gamma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0.9 -- future consequences matter, but immediate fulfillment weighs more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Learned mapping: discretized state -&gt; highest-value discrete 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 GAME FORMULATION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Multi-Agent View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4480560"/>
        </p:xfrm>
        <a:graphic>
          <a:graphicData uri="http://schemas.openxmlformats.org/drawingml/2006/table">
            <a:tbl>
              <a:tblPr/>
              <a:tblGrid>
                <a:gridCol w="2377440"/>
                <a:gridCol w="850392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agents (Inventory, Supplier, Logistics)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O_i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agent's own observation function of the shared state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A_i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Per-agent discrete action space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R_i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global reward (cooperative) -- tested vs. hybrid local+global in Experiment 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joint transition combining all three agents' actions each step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Inventory's order size gates Supplier/Logistics actions; Supplier's reliability draw gates shipment creation; Logistics's mode sets real delay/duration -- jointly shaping next state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Q-Learning, Implemented From Scratch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Q(s,a)  &lt;-  Q(s,a) + alpha * [ r + gamma * max_a' Q(s',a')  -  Q(s,a) ]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63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alpha = 0.1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474720" y="30632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-- how much each new experience overwrites the old estimate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749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gamma = 0.9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3749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factor -- how much future reward matters vs. immediate reward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434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epsilon: 1.0 -&gt; 0.05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44348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rate, decaying at 0.998 per episode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3949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3 agents keeps its own independent Q-table. No pre-built RL library performs the learning -- the update rule above is our own code.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CURVE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Reward vs. Training Episode (Multi-Agent)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91640"/>
          <a:ext cx="108813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-470 (mostly random) rising to ~4,800 over 4,000 training episodes -- steady improvement across training, not a single lucky run.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Learned Policy vs. Baselines (200 Eval Episodes)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280160" y="1691640"/>
          <a:ext cx="96012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policy beats the fixed heuristic by ~2.5x and random by a wide margin -- consistent across every experiment in the experiments.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Controlled Experiments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4480560"/>
        </p:xfrm>
        <a:graphic>
          <a:graphicData uri="http://schemas.openxmlformats.org/drawingml/2006/table">
            <a:tbl>
              <a:tblPr/>
              <a:tblGrid>
                <a:gridCol w="3291840"/>
                <a:gridCol w="758952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Exploration rate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effect -- slow decay underperforms given training budget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Supplier reliability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Unreliability clearly hurts; higher-than-baseline reliability: no significant gain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Demand volatility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Inconclusive -- non-monotonic, likely single-run training noise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Agent count (1 vs 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Real, modest improvement from full multi-agent system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Shared vs. hybrid reward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-- hybrid reward performed worse and noisier here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RL vs. baselines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Strong, robust effect across every run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condition = one training seed, not averaged -- listed as a limitation.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EMERGENT BEHAVIOR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Learned, Not Programmed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14400" y="189280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Reliability-under-pressure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860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Agent learned to prefer reliable Supplier A specifically when inventory urgency is very_low, low, or medium -- never told this rule explicitly.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108813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914400" y="331012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operating band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7033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converged policy, 'stockout' and 'overstock' states were visited zero times in 200 evaluation episodes -- the system learned to stay safe.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617720"/>
            <a:ext cx="108813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914400" y="47274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Caveat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51206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those extreme states are rarely visited, their Q-values are undertrained -- we do not over-claim confident behavior there.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Not Claiming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56232"/>
            <a:ext cx="109728" cy="109728"/>
          </a:xfrm>
          <a:prstGeom prst="ellipse">
            <a:avLst/>
          </a:prstGeom>
          <a:solidFill>
            <a:srgbClr val="B0413E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16916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used one training seed per condition, not multi-seed averages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5800" y="2633472"/>
            <a:ext cx="109728" cy="109728"/>
          </a:xfrm>
          <a:prstGeom prst="ellipse">
            <a:avLst/>
          </a:prstGeom>
          <a:solidFill>
            <a:srgbClr val="B0413E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960120" y="24688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Agent's entire dynamics are simulated -- zero real-data grounding (unlike Logistics)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85800" y="3410712"/>
            <a:ext cx="109728" cy="109728"/>
          </a:xfrm>
          <a:prstGeom prst="ellipse">
            <a:avLst/>
          </a:prstGeom>
          <a:solidFill>
            <a:srgbClr val="B0413E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960120" y="32461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baseline showed no real predictive skill (negative R^2) -- environment uses empirical resampling, not a fitted forecast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85800" y="4187952"/>
            <a:ext cx="109728" cy="109728"/>
          </a:xfrm>
          <a:prstGeom prst="ellipse">
            <a:avLst/>
          </a:prstGeom>
          <a:solidFill>
            <a:srgbClr val="B0413E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960120" y="40233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Rare-state Q-values (stockout, overstock) are undertrained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85800" y="4965192"/>
            <a:ext cx="109728" cy="109728"/>
          </a:xfrm>
          <a:prstGeom prst="ellipse">
            <a:avLst/>
          </a:prstGeom>
          <a:solidFill>
            <a:srgbClr val="B0413E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960120" y="48006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Single-product system -- multi-product extension not implemented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Dashboard Walkthrough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0992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the Live simulation tab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623560" y="170992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day, stock, units on order, stockout flag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4008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57860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the simulation forward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5623560" y="257860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Inventory / Supplier / Logistics decisions appear in plain language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4747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64008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44728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 policy: RL vs. Fixed Heuristic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5623560" y="344728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each to day 90 and compare total reward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3434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4008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3159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Drag reliability / volatility sliders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5623560" y="431596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trained policy's behavior under conditions it wasn't trained 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2120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640080" y="5212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18464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the Compare policies tab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5623560" y="518464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reward of every approach over many episodes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working, evaluated cooperative multi-agent RL system for supply-chain decisions -- grounded in real data where it exists, simulated components clearly labeled, verified learning curves, and six experiments reported without embellishment.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21488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Multi-seed experiment averaging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258775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Multi-product extension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3026664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Richer Supplier/Logistics state (order size)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346557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Function approximation if state space grows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390448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Real supplier data, if it ever becomes available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3832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1097280" cy="54864"/>
          </a:xfrm>
          <a:prstGeom prst="rect">
            <a:avLst/>
          </a:prstGeom>
          <a:solidFill>
            <a:srgbClr val="1C729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2026-09-23T01:43:20Z</dcterms:created>
  <dcterms:modified xsi:type="dcterms:W3CDTF">2026-09-23T01:43:20Z</dcterms:modified>
</cp:coreProperties>
</file>